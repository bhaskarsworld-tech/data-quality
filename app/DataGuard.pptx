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91440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quality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modern warehouse.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6868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·  Real-time lineage  ·  Multi-channel alerts  ·  Built on Snowflake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5852160"/>
            <a:ext cx="10972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 ·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teams are flying blind.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 stacks ship faster than they can be governed. By the time you find out a column is null or a view is stale, your dashboards have already lied to leadership.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926080"/>
            <a:ext cx="26060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hrs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 a quality issue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926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2926080"/>
            <a:ext cx="26060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1546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29000" y="4069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issues surface to the business first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92608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1546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17920" y="4069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revenue impact per Fortune 500 firm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0" y="292608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15400" y="2926080"/>
            <a:ext cx="26060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31546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006840" y="4069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dashboards from one bad column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fragmented: lineage in one app, alerts in another, governance in a third. None of them are aware of your business domains.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DATAGUARD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everything you measure.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54864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Auto-refreshes from your warehouse every 30 s. The instant you create a view in Snowflake, it appears in DataGuard.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19456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🤖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709160" y="3794760"/>
            <a:ext cx="54864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9319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Claude. Ask "what tables have stale data?" in plain English and get answers — and actions.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219456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🛡️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8503920" y="3794760"/>
            <a:ext cx="54864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9319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MFA, RBAC, IP allowlist, PII detection, audit logs, SOC 2 / GDPR / HIPAA toggles — all in one place.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3–5 separate tools  ·  Runs on your infra  ·  Connects in 60 seconds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tabs. One source of truth.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500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KPIs, schema scores, drill-downs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691640"/>
            <a:ext cx="73152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3500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Auto-parsed view + MV dependencies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69164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3500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column, every type, searchable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1691640"/>
            <a:ext cx="73152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0" y="1856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235000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table list with row counts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200400"/>
            <a:ext cx="73152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3444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Rules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38587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 types · click to see 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32004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7560" y="3200400"/>
            <a:ext cx="73152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02336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20440" y="38587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schema state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2004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320040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81228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9360" y="38587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outliers (&gt;1.5σ)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15400" y="320040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5400" y="3200400"/>
            <a:ext cx="73152" cy="1325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601200" y="3364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98280" y="38587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· Teams · Webex · Email · PD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7091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4709160"/>
            <a:ext cx="73152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234440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1520" y="53675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table, with owner + schema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37560" y="47091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37560" y="4709160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023360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520440" y="53675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· freshness · completeness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26480" y="47091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26480" y="4709160"/>
            <a:ext cx="73152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812280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09360" y="53675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runs per table, by domain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915400" y="4709160"/>
            <a:ext cx="2606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15400" y="4709160"/>
            <a:ext cx="73152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982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9601200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098280" y="53675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that takes real actions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·  LINEAGE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any object back to its source — in seconds.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02996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INFORMATION_SCHEMA.VIEWS + SHOW MATERIALIZED VIEWS for real edges, not guesses.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Materialized View · Chained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0358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1-hop, 5-hop, or arbitrarily deep dependency chains.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every 30 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04164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REPLACE VIEW in Snowflake → graph updates without a click.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upstream / downstream chain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04748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node — see every hop back to the source base table.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20040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3200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SUPPLYCHAIN_DB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3200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75520" y="24688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CREDIT_VIEW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75520" y="33832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USA_MV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75520" y="42976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552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USA_VIEW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3520440"/>
            <a:ext cx="3657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01200" y="3520440"/>
            <a:ext cx="274320" cy="-7315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3520440"/>
            <a:ext cx="274320" cy="18288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698480" y="3108960"/>
            <a:ext cx="0" cy="11887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12648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 from the demo schema — three layers of derivation from a single base table.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your data steward.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6809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4023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tables in SUPPLYCHAIN have weak null constraints, and create a critical not-null rule on each.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14 tables — </a:t>
            </a:r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12 of 18 columns nullable (67 %)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rule </a:t>
            </a:r>
            <a:pPr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 Email Not Null"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severity: critical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check — 0 NULL emails,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10 rows pass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2487168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create, delete connections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2990088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quality rules from natural language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5360" y="3493008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quality checks and analyze reports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95360" y="3995928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rules on / 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0" y="4498848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data-quality best practices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95360" y="5001768"/>
            <a:ext cx="137160" cy="1371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Anthropic tool-use to take real actions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263640"/>
            <a:ext cx="12161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62636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· BYO API key · Configured in-app under Settings → API Keys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 ·  ALERTS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alert, every channel that matters.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each channel in-app, set auto-dispatch rules per severity, watch alerts land in Slack/Teams/Webex/Email/PagerDuty —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697480"/>
            <a:ext cx="822960" cy="82296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#data-alerts with severity color + domain + owner + table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246888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697480"/>
            <a:ext cx="822960" cy="8229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88036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MessageCard with facts: Domain, Owner, Table, Severity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697480"/>
            <a:ext cx="822960" cy="822960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🟢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12064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payload with bolded metadata header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246888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09560" y="2697480"/>
            <a:ext cx="822960" cy="8229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36092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SendGrid / SES integration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09760" y="2468880"/>
            <a:ext cx="2103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49840" y="2697480"/>
            <a:ext cx="822960" cy="8229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🚨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601200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4692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API v2 with routing key + component + group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Auto-dispatch pipeline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201168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486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0" y="5879592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834640" y="5486400"/>
            <a:ext cx="201168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5486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matches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rule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5879592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120640" y="5486400"/>
            <a:ext cx="201168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5486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enabled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32320" y="5879592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406640" y="5486400"/>
            <a:ext cx="201168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5486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webhooks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418320" y="5879592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92640" y="5486400"/>
            <a:ext cx="201168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0" y="5486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dispatched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(de-dup)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&amp; 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by default.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2468880"/>
            <a:ext cx="1828800" cy="1828800"/>
          </a:xfrm>
          <a:prstGeom prst="ellipse">
            <a:avLst/>
          </a:prstGeom>
          <a:solidFill>
            <a:srgbClr val="1E293B"/>
          </a:solidFill>
          <a:ln w="762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688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18872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across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security domains.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Reconfigure anytime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Settings → Security.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6916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2240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(Okta / Azure AD / Google) · MFA · password rotation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69164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73252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2240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timeout, max-devices, remember-me policy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32461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🚦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916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(viewer/analyst/editor/admin) · IP allowlist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0" y="32461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7325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3252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 · TLS 1.2+ · PII detection · query audit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31920" y="48006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0916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5349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webhooks · key rotation · rate limits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0" y="480060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73252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32520" y="5349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· GDPR · HIPAA · ISO 27001 toggles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DataGuard wins.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463040"/>
                <a:gridCol w="1280160"/>
                <a:gridCol w="1554480"/>
                <a:gridCol w="128016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DataGuard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Expectations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Collibra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warehouse refresh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30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Auto-parsed lineage (incl. MVs)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AI agent (Claude)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 alerts 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Domain-tagged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SQL preview per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 on your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2+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comparison · last reviewed May 2026. Capabilities reflect vendor-published documentation; "Partial" means available but limited.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DATAGUARD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nobody else does together.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not bolted 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lets you converse with Claude — list, create, delete, run checks, explain failures. Other vendors retrofit a chat box; we built around tool-use from day 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7315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0664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Schema-derived defaults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app, point it at Snowflake, get 19 real issues immediately — without writing a single rule. Other tools demand hours of YAML setup first.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00400"/>
            <a:ext cx="7315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91640" y="3364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Materialized-view lineage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parse SHOW MATERIALIZED VIEWS + GET_DDL so MVs and view-on-view chains appear with correct edges. Most competitors stop at base-table lineage.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200400"/>
            <a:ext cx="7315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06640" y="3364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Domain-tagged everything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38404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contracts, schedules, and audit logs are auto-classified into Sales / Supply Chain / Catalog / Operations. Ownership is obvious; no manual tagging required.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4709160"/>
            <a:ext cx="5760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4709160"/>
            <a:ext cx="7315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846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343400" y="4873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infrastructure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5349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Node.js host, hits your warehouse with your credentials. Nothing leaves your perimeter. SaaS vendors can't match this for regulated workloads.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clone to live in 60 seconds.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repo onto your VM, container, or laptop.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2120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github.com/your-org/dataguard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807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dependency install (Next.js 16 · Node 20+).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880360"/>
            <a:ext cx="52120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880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3904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Snowflake / Postgres connection in Settings → Connections.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52120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977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→ Connections → + Add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71600" y="5001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production server. Open localhost:3000. Done.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5074920"/>
            <a:ext cx="52120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074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start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open source · self-host free · enterprise support tiers available · no per-row charges, no per-user charges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731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on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Snowflake connection. Bring your worst quality nightmares. We'll wire it up live during the call and show you every metric in this deck running against your real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32918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4572000"/>
            <a:ext cx="329184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212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calendly.com/dataguard/demo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4572000"/>
            <a:ext cx="32918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4572000"/>
            <a:ext cx="32918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app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5212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github.com/your-org/dataguard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9560" y="4572000"/>
            <a:ext cx="32918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4572000"/>
            <a:ext cx="32918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5212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hello@dataguard.io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DataGuard · Live Data Quality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6294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DataGuard - Data Quality Platform</dc:title>
  <dc:subject>PptxGenJS Presentation</dc:subject>
  <dc:creator>DataGuard Team</dc:creator>
  <cp:lastModifiedBy>DataGuard Team</cp:lastModifiedBy>
  <cp:revision>1</cp:revision>
  <dcterms:created xsi:type="dcterms:W3CDTF">2026-05-15T15:41:13Z</dcterms:created>
  <dcterms:modified xsi:type="dcterms:W3CDTF">2026-05-15T15:41:13Z</dcterms:modified>
</cp:coreProperties>
</file>